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7C3F"/>
    <a:srgbClr val="7B1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8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6F8A0-A539-2944-E966-95A39AEC2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B6F78-9C30-3A44-F9C7-16E2F30BC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1CE853-8A21-12DE-DB5A-3400DBD04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D15F9A-30FB-E4DC-A2B5-9D9B58C4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47F56F-8169-CB5E-F180-79FDE2BC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9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ECD7F-927F-4DD3-E00F-61A0DF381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7DE401-E7E5-C0E9-839B-C76A7449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7B4FDF-134E-817A-CF9B-565B361A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4FA297-7FB0-2CDC-1C87-844928B8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8ADC1D-F0B3-2F86-9573-0767954BC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70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65CFB9-8984-3C49-585E-79D55828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C3DF74-7F75-2828-9116-491EA513A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56709-1B3D-EAA2-32D6-9CC266C1B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F2DC37-470B-4281-2366-B4C1810EF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2B0562-BA8E-48AA-1654-197CEBFF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576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9B2F7-F7E9-F198-78E8-A26B8E66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49F5E-F6A3-A5B4-3492-F805B604D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5852C2-78AA-2605-C3B7-F3E07E250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314A99-6835-E2F7-0CEC-E9BA0493A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BD4A13-5985-2D80-5405-FEF162DA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B19431-7E22-964B-710C-C1863406E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6662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089C49-E772-9D74-9BBE-9E4F84FA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81A075-D1F2-8088-3835-2557316A8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006A39-288B-9EAF-379B-ED894DDC2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444EDD7-CA34-1076-49A2-121920ED0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8CD65EA-BA3A-D4D9-E64C-0BB4F115E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EFA61D-7E09-1963-4B09-9CBD48837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A64CDE-88AF-6068-9486-443CE85D6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7E2421-FD2C-D7BE-A112-11F62B6D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3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1364B-C0C0-A98A-2887-1D72D399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729770F-096A-137A-4CAF-9E8EE768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FED71E-5793-DC42-C19D-4E760682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8B3386-81B4-E009-0E1C-555152DD8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7904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67FAB5-0F04-DBB1-D78A-5690D142A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7AEA21-DD73-9B51-5103-BC88B865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CDB8C4-79D2-2168-CB98-20B520A69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566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29398-34B9-AC2F-F20A-D83886A8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C2B2CE-5A35-8273-8E5B-760E9E189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0FCB83-14E3-A079-863C-A41BEC283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B9B8ED-9A0B-9C48-2C68-371D3A6D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89F436-CDC4-A630-E8F8-C1205B7D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8F9C0B-A163-44C5-85D3-E3EA1F20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773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1FB3F-2F34-51C7-0735-2C510394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BC22FF-2EDC-2D2A-5C73-A41C1357E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8DBA1E-1675-182D-7E3E-1E79109E6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A2CC01-E683-29C0-269A-7CE6C6BC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D6DFDB-EF46-B832-D307-E15635E9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55768D-02B0-C872-5BD7-14239CAB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360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C009E-A89B-B6E7-45A2-9A4EB696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4CE5D2-CDFF-AE83-EB3A-607291421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B0E0EC-EE3F-8C17-EA16-6AF103B50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740DE7-8A35-7301-3887-162D89D1E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27E75F-280F-063C-19EC-576FC30C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956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293265-F074-FDE4-040E-60B6A4419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F3D742-18FC-59DA-9844-8EC9FDFC1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8E8AC1-FE81-EF4B-1FAB-F9F148E2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B39976-6768-7534-DCE2-77D8065F5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101EDC-5C26-5AB9-B999-BA3B6936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880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4CFA47-3B18-2565-4823-F9F48AF5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6FBBC1-BEEC-4C9A-3AF5-8A5E988DD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300066-EE12-7AF5-8AB8-95E687CAE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0CBAB-0FD0-4384-999B-C2A201C84DE3}" type="datetimeFigureOut">
              <a:rPr lang="es-MX" smtClean="0"/>
              <a:t>18/03/2025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97596D-93BB-08A3-68CA-D203EE4C4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3A01A2-4A8C-BE5E-CFB3-3255023FF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421B9-4A57-46FE-9DE9-3F8AA4B6AE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128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E338-3A59-2F22-36B3-B955F4CEAA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EE1659-B03F-9211-396B-8801A9C1E9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82585E-47E3-6FF5-6668-A2EB837AA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8" y="-65341"/>
            <a:ext cx="12196598" cy="71506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80D713B-FD18-6FD4-61F2-919F5718D15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41"/>
            <a:ext cx="4297680" cy="117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79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6">
            <a:extLst>
              <a:ext uri="{FF2B5EF4-FFF2-40B4-BE49-F238E27FC236}">
                <a16:creationId xmlns:a16="http://schemas.microsoft.com/office/drawing/2014/main" id="{0192C41E-221E-2926-999B-FDD0B9349A4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308"/>
            <a:ext cx="3450026" cy="94183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C7E37B6-7B93-92F7-5F54-B9148BC33856}"/>
              </a:ext>
            </a:extLst>
          </p:cNvPr>
          <p:cNvSpPr/>
          <p:nvPr/>
        </p:nvSpPr>
        <p:spPr>
          <a:xfrm>
            <a:off x="-1" y="6662057"/>
            <a:ext cx="3219061" cy="195943"/>
          </a:xfrm>
          <a:prstGeom prst="rect">
            <a:avLst/>
          </a:prstGeom>
          <a:solidFill>
            <a:srgbClr val="7B132F"/>
          </a:solidFill>
          <a:ln>
            <a:solidFill>
              <a:srgbClr val="7B13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13B3E97-6CA0-37DD-5E22-C7B06D322120}"/>
              </a:ext>
            </a:extLst>
          </p:cNvPr>
          <p:cNvSpPr/>
          <p:nvPr/>
        </p:nvSpPr>
        <p:spPr>
          <a:xfrm>
            <a:off x="3362130" y="6662056"/>
            <a:ext cx="8829870" cy="195943"/>
          </a:xfrm>
          <a:prstGeom prst="rect">
            <a:avLst/>
          </a:prstGeom>
          <a:solidFill>
            <a:srgbClr val="C27C3F"/>
          </a:solidFill>
          <a:ln>
            <a:solidFill>
              <a:srgbClr val="C27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970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6">
            <a:extLst>
              <a:ext uri="{FF2B5EF4-FFF2-40B4-BE49-F238E27FC236}">
                <a16:creationId xmlns:a16="http://schemas.microsoft.com/office/drawing/2014/main" id="{0192C41E-221E-2926-999B-FDD0B9349A4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308"/>
            <a:ext cx="3450026" cy="94183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C7E37B6-7B93-92F7-5F54-B9148BC33856}"/>
              </a:ext>
            </a:extLst>
          </p:cNvPr>
          <p:cNvSpPr/>
          <p:nvPr/>
        </p:nvSpPr>
        <p:spPr>
          <a:xfrm>
            <a:off x="-1" y="6662057"/>
            <a:ext cx="3219061" cy="195943"/>
          </a:xfrm>
          <a:prstGeom prst="rect">
            <a:avLst/>
          </a:prstGeom>
          <a:solidFill>
            <a:srgbClr val="7B132F"/>
          </a:solidFill>
          <a:ln>
            <a:solidFill>
              <a:srgbClr val="7B13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13B3E97-6CA0-37DD-5E22-C7B06D322120}"/>
              </a:ext>
            </a:extLst>
          </p:cNvPr>
          <p:cNvSpPr/>
          <p:nvPr/>
        </p:nvSpPr>
        <p:spPr>
          <a:xfrm>
            <a:off x="3362130" y="6662056"/>
            <a:ext cx="8829870" cy="195943"/>
          </a:xfrm>
          <a:prstGeom prst="rect">
            <a:avLst/>
          </a:prstGeom>
          <a:solidFill>
            <a:srgbClr val="C27C3F"/>
          </a:solidFill>
          <a:ln>
            <a:solidFill>
              <a:srgbClr val="C27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5402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58473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s-ES" dirty="0"/>
            </a:br>
            <a:br>
              <a:rPr lang="es-ES" dirty="0"/>
            </a:b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813869" cy="4351338"/>
          </a:xfrm>
        </p:spPr>
        <p:txBody>
          <a:bodyPr>
            <a:norm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6" y="52465"/>
            <a:ext cx="3450635" cy="93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25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58473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s-ES" dirty="0"/>
            </a:br>
            <a:br>
              <a:rPr lang="es-ES" dirty="0"/>
            </a:b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813869" cy="4351338"/>
          </a:xfrm>
        </p:spPr>
        <p:txBody>
          <a:bodyPr>
            <a:norm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6" y="52465"/>
            <a:ext cx="3450635" cy="93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68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4</Words>
  <Application>Microsoft Office PowerPoint</Application>
  <PresentationFormat>Panorámica</PresentationFormat>
  <Paragraphs>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  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 Francisco García Santos</dc:creator>
  <cp:lastModifiedBy>Juan Hernandez</cp:lastModifiedBy>
  <cp:revision>21</cp:revision>
  <dcterms:created xsi:type="dcterms:W3CDTF">2023-06-08T17:58:32Z</dcterms:created>
  <dcterms:modified xsi:type="dcterms:W3CDTF">2025-03-18T18:42:44Z</dcterms:modified>
</cp:coreProperties>
</file>